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878C8"/>
                </a:solidFill>
                <a:latin typeface="Aptos Display"/>
              </a:defRPr>
            </a:pPr>
            <a:r>
              <a:t>01 •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D45"/>
                </a:solidFill>
                <a:latin typeface="Aptos Display"/>
              </a:defRPr>
            </a:pPr>
            <a:r>
              <a:t>Introduction &amp; The Idea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878C8"/>
          </a:solidFill>
          <a:ln>
            <a:solidFill>
              <a:srgbClr val="28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2D45"/>
                </a:solidFill>
                <a:latin typeface="Aptos Display"/>
              </a:rPr>
              <a:t>ABLE </a:t>
            </a:r>
            <a:r>
              <a:rPr sz="1500">
                <a:solidFill>
                  <a:srgbClr val="202A33"/>
                </a:solidFill>
                <a:latin typeface="Aptos Display"/>
              </a:rPr>
              <a:t>is an accessibility and inclusion platform designed to help persons with disabilities, the elderly, and injured citizens connect with verified volunteers, report physical barriers, and navigate public spaces with dignity and independence.</a:t>
            </a:r>
          </a:p>
          <a:p>
            <a:pPr>
              <a:spcBef>
                <a:spcPts val="800"/>
              </a:spcBef>
              <a:defRPr sz="1300">
                <a:solidFill>
                  <a:srgbClr val="5E6B75"/>
                </a:solidFill>
                <a:latin typeface="Aptos Display"/>
              </a:defRPr>
            </a:pPr>
            <a:r>
              <a:t>The idea is to bring emergency assistance, volunteer dispatch, crowdsourced physical barrier reporting, and verified accessible public transit resources together in one clear, easy-to-navigate experience.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5303520" cy="384048"/>
          </a:xfrm>
          <a:prstGeom prst="roundRect">
            <a:avLst/>
          </a:prstGeom>
          <a:solidFill>
            <a:srgbClr val="0F2D45"/>
          </a:solidFill>
          <a:ln w="19050">
            <a:solidFill>
              <a:srgbClr val="2BA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GOAL: MAKE ACCESSIBLE SUPPORT &amp; VOLUNTEERING EASIER TO ACCESS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3383280" cy="2468880"/>
          </a:xfrm>
          <a:prstGeom prst="roundRect">
            <a:avLst/>
          </a:prstGeom>
          <a:solidFill>
            <a:srgbClr val="F6F9FC"/>
          </a:solidFill>
          <a:ln w="19050">
            <a:solidFill>
              <a:srgbClr val="D7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878C8"/>
                </a:solidFill>
                <a:latin typeface="Aptos Display"/>
              </a:rPr>
              <a:t>01  </a:t>
            </a:r>
            <a:r>
              <a:rPr sz="1400" b="1">
                <a:solidFill>
                  <a:srgbClr val="0F2D45"/>
                </a:solidFill>
                <a:latin typeface="Aptos Display"/>
              </a:rPr>
              <a:t>On-Demand Assistance</a:t>
            </a:r>
          </a:p>
          <a:p>
            <a:pPr>
              <a:spcAft>
                <a:spcPts val="600"/>
              </a:spcAft>
              <a:defRPr sz="800">
                <a:solidFill>
                  <a:srgbClr val="D7E5F2"/>
                </a:solidFill>
              </a:defRPr>
            </a:pPr>
            <a:r>
              <a:t>————————————————————————————</a:t>
            </a:r>
          </a:p>
          <a:p>
            <a:pPr>
              <a:defRPr sz="1150">
                <a:solidFill>
                  <a:srgbClr val="5E6B75"/>
                </a:solidFill>
                <a:latin typeface="Aptos Display"/>
              </a:defRPr>
            </a:pPr>
            <a:r>
              <a:t>Quick access to verified student &amp; NSS volunteers for immediate on-ground physical guidance and wheelchair navigation.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383280"/>
            <a:ext cx="3383280" cy="2468880"/>
          </a:xfrm>
          <a:prstGeom prst="roundRect">
            <a:avLst/>
          </a:prstGeom>
          <a:solidFill>
            <a:srgbClr val="F6F9FC"/>
          </a:solidFill>
          <a:ln w="19050">
            <a:solidFill>
              <a:srgbClr val="D7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356616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878C8"/>
                </a:solidFill>
                <a:latin typeface="Aptos Display"/>
              </a:rPr>
              <a:t>02  </a:t>
            </a:r>
            <a:r>
              <a:rPr sz="1400" b="1">
                <a:solidFill>
                  <a:srgbClr val="0F2D45"/>
                </a:solidFill>
                <a:latin typeface="Aptos Display"/>
              </a:rPr>
              <a:t>Barrier Reporting</a:t>
            </a:r>
          </a:p>
          <a:p>
            <a:pPr>
              <a:spcAft>
                <a:spcPts val="600"/>
              </a:spcAft>
              <a:defRPr sz="800">
                <a:solidFill>
                  <a:srgbClr val="D7E5F2"/>
                </a:solidFill>
              </a:defRPr>
            </a:pPr>
            <a:r>
              <a:t>————————————————————————————</a:t>
            </a:r>
          </a:p>
          <a:p>
            <a:pPr>
              <a:defRPr sz="1150">
                <a:solidFill>
                  <a:srgbClr val="5E6B75"/>
                </a:solidFill>
                <a:latin typeface="Aptos Display"/>
              </a:defRPr>
            </a:pPr>
            <a:r>
              <a:t>Geo-tagged reporting of physical infrastructure barriers like broken ramps, blocked tactile tiles, and out-of-order lifts.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383280"/>
            <a:ext cx="3383280" cy="2468880"/>
          </a:xfrm>
          <a:prstGeom prst="roundRect">
            <a:avLst/>
          </a:prstGeom>
          <a:solidFill>
            <a:srgbClr val="F6F9FC"/>
          </a:solidFill>
          <a:ln w="19050">
            <a:solidFill>
              <a:srgbClr val="D7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356616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878C8"/>
                </a:solidFill>
                <a:latin typeface="Aptos Display"/>
              </a:rPr>
              <a:t>03  </a:t>
            </a:r>
            <a:r>
              <a:rPr sz="1400" b="1">
                <a:solidFill>
                  <a:srgbClr val="0F2D45"/>
                </a:solidFill>
                <a:latin typeface="Aptos Display"/>
              </a:rPr>
              <a:t>Directory &amp; Resources</a:t>
            </a:r>
          </a:p>
          <a:p>
            <a:pPr>
              <a:spcAft>
                <a:spcPts val="600"/>
              </a:spcAft>
              <a:defRPr sz="800">
                <a:solidFill>
                  <a:srgbClr val="D7E5F2"/>
                </a:solidFill>
              </a:defRPr>
            </a:pPr>
            <a:r>
              <a:t>————————————————————————————</a:t>
            </a:r>
          </a:p>
          <a:p>
            <a:pPr>
              <a:defRPr sz="1150">
                <a:solidFill>
                  <a:srgbClr val="5E6B75"/>
                </a:solidFill>
                <a:latin typeface="Aptos Display"/>
              </a:defRPr>
            </a:pPr>
            <a:r>
              <a:t>Curated directory of accessible public spots, inclusive transit maps, legal rights awareness, and assistive schemes.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217920"/>
            <a:ext cx="10698480" cy="9144"/>
          </a:xfrm>
          <a:prstGeom prst="rect">
            <a:avLst/>
          </a:prstGeom>
          <a:solidFill>
            <a:srgbClr val="D7E5F2"/>
          </a:solidFill>
          <a:ln>
            <a:solidFill>
              <a:srgbClr val="D7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62636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E6B75"/>
                </a:solidFill>
              </a:defRPr>
            </a:pPr>
            <a:r>
              <a:t>ABLE Platform • Awareness &amp; Assistance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2636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878C8"/>
                </a:solidFill>
              </a:defRPr>
            </a:pPr>
            <a:r>
              <a:t>ABLE • 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878C8"/>
                </a:solidFill>
                <a:latin typeface="Aptos Display"/>
              </a:defRPr>
            </a:pPr>
            <a:r>
              <a:t>02 • USER-FACING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D45"/>
                </a:solidFill>
                <a:latin typeface="Aptos Display"/>
              </a:defRPr>
            </a:pPr>
            <a:r>
              <a:t>Prototype: Home Screen Concept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878C8"/>
          </a:solidFill>
          <a:ln>
            <a:solidFill>
              <a:srgbClr val="28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598932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i="1">
                <a:solidFill>
                  <a:srgbClr val="5E6B75"/>
                </a:solidFill>
              </a:defRPr>
            </a:pPr>
            <a:r>
              <a:t>Live production interface — ABLE Accessibility &amp; Inclusion Platform.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0" y="1691640"/>
            <a:ext cx="5475567" cy="3257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2878C8"/>
                </a:solidFill>
                <a:latin typeface="Aptos Display"/>
              </a:defRPr>
            </a:pPr>
            <a:r>
              <a:rPr dirty="0"/>
              <a:t>PROTOTYPE FOCUS</a:t>
            </a:r>
          </a:p>
          <a:p>
            <a:pPr>
              <a:spcAft>
                <a:spcPts val="1200"/>
              </a:spcAft>
              <a:defRPr sz="1300">
                <a:solidFill>
                  <a:srgbClr val="202A33"/>
                </a:solidFill>
                <a:latin typeface="Aptos Display"/>
              </a:defRPr>
            </a:pPr>
            <a:r>
              <a:rPr dirty="0"/>
              <a:t>•  Simple navigation and prominent, high-contrast primary actions</a:t>
            </a:r>
          </a:p>
          <a:p>
            <a:pPr>
              <a:spcAft>
                <a:spcPts val="1200"/>
              </a:spcAft>
              <a:defRPr sz="1300">
                <a:solidFill>
                  <a:srgbClr val="202A33"/>
                </a:solidFill>
                <a:latin typeface="Aptos Display"/>
              </a:defRPr>
            </a:pPr>
            <a:r>
              <a:rPr dirty="0"/>
              <a:t>•  Clear pathways to physical assistance, barrier reporting, and accessible facilities</a:t>
            </a:r>
          </a:p>
          <a:p>
            <a:pPr>
              <a:spcAft>
                <a:spcPts val="1200"/>
              </a:spcAft>
              <a:defRPr sz="1300">
                <a:solidFill>
                  <a:srgbClr val="202A33"/>
                </a:solidFill>
                <a:latin typeface="Aptos Display"/>
              </a:defRPr>
            </a:pPr>
            <a:r>
              <a:rPr dirty="0"/>
              <a:t>•  Mobile-friendly, responsive layout adhering strictly to WCAG touch standards (44px+)</a:t>
            </a:r>
          </a:p>
          <a:p>
            <a:pPr>
              <a:spcAft>
                <a:spcPts val="1200"/>
              </a:spcAft>
              <a:defRPr sz="1300">
                <a:solidFill>
                  <a:srgbClr val="202A33"/>
                </a:solidFill>
                <a:latin typeface="Aptos Display"/>
              </a:defRPr>
            </a:pPr>
            <a:r>
              <a:rPr dirty="0"/>
              <a:t>•  Short, accessible labels paired with assistive screen-reader and voice support</a:t>
            </a:r>
          </a:p>
          <a:p>
            <a:pPr>
              <a:spcAft>
                <a:spcPts val="1200"/>
              </a:spcAft>
              <a:defRPr sz="1300">
                <a:solidFill>
                  <a:srgbClr val="202A33"/>
                </a:solidFill>
                <a:latin typeface="Aptos Display"/>
              </a:defRPr>
            </a:pPr>
            <a:r>
              <a:rPr dirty="0"/>
              <a:t>•  Guides users toward a clear, friction-free next step with zero cognitive overload</a:t>
            </a:r>
          </a:p>
          <a:p>
            <a:pPr>
              <a:spcAft>
                <a:spcPts val="1200"/>
              </a:spcAft>
              <a:defRPr sz="1300">
                <a:solidFill>
                  <a:srgbClr val="202A33"/>
                </a:solidFill>
                <a:latin typeface="Aptos Display"/>
              </a:defRPr>
            </a:pPr>
            <a:r>
              <a:rPr dirty="0"/>
              <a:t>•  Live volunteer dispatcher with Leaflet.js interactive maps and verified NSS student profiles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17920"/>
            <a:ext cx="10698480" cy="9144"/>
          </a:xfrm>
          <a:prstGeom prst="rect">
            <a:avLst/>
          </a:prstGeom>
          <a:solidFill>
            <a:srgbClr val="D7E5F2"/>
          </a:solidFill>
          <a:ln>
            <a:solidFill>
              <a:srgbClr val="D7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E6B75"/>
                </a:solidFill>
              </a:defRPr>
            </a:pPr>
            <a:r>
              <a:t>ABLE Platform • User-Facing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2636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878C8"/>
                </a:solidFill>
              </a:defRPr>
            </a:pPr>
            <a:r>
              <a:t>ABLE • 08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CEAEB93-4359-F923-F1BE-B2DBEC7F24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52" r="2025"/>
          <a:stretch>
            <a:fillRect/>
          </a:stretch>
        </p:blipFill>
        <p:spPr>
          <a:xfrm>
            <a:off x="279057" y="1746504"/>
            <a:ext cx="5675375" cy="32207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268</Words>
  <Application>Microsoft Office PowerPoint</Application>
  <PresentationFormat>Widescreen</PresentationFormat>
  <Paragraphs>28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 Display</vt:lpstr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Amol Daund</cp:lastModifiedBy>
  <cp:revision>2</cp:revision>
  <dcterms:created xsi:type="dcterms:W3CDTF">2013-01-27T09:14:16Z</dcterms:created>
  <dcterms:modified xsi:type="dcterms:W3CDTF">2026-10-21T17:34:04Z</dcterms:modified>
  <cp:category/>
</cp:coreProperties>
</file>