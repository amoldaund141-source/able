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2BA6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Awareness</c:v>
                  </c:pt>
                  <c:pt idx="1">
                    <c:v>Access</c:v>
                  </c:pt>
                  <c:pt idx="2">
                    <c:v>Support</c:v>
                  </c:pt>
                  <c:pt idx="3">
                    <c:v>Participation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86</c:v>
                </c:pt>
                <c:pt idx="2">
                  <c:v>88</c:v>
                </c:pt>
                <c:pt idx="3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LE_Master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F2D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627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0F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ABLE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78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Awareness &amp; Assistance Portal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68D"/>
                </a:solidFill>
              </a:rPr>
              <a:t>Awareness  •  Accessibility  •  Inclusion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4944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A33"/>
                </a:solidFill>
              </a:rPr>
              <a:t>Community Engagement Project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4944" y="3767328"/>
            <a:ext cx="5257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B75"/>
                </a:solidFill>
              </a:rPr>
              <a:t>A centralized digital platform for disability awareness, accessible resource discovery, assistance requests and volunteer-driven community support.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" y="48006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A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93776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2A33"/>
                </a:solidFill>
              </a:rPr>
              <a:t>Department of Computer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2A33"/>
                </a:solidFill>
              </a:rPr>
              <a:t>Modern College of Engineering, Shivajinagar, Pune</a:t>
            </a:r>
            <a:endParaRPr lang="en-US" sz="1100" dirty="0"/>
          </a:p>
        </p:txBody>
      </p:sp>
      <p:pic>
        <p:nvPicPr>
          <p:cNvPr id="11" name="Image 0" descr="/mnt/data/a_clean_friendly_high_quality_3d_cgi_illust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059186"/>
            <a:ext cx="5257800" cy="29590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6483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5F2"/>
                </a:solidFill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Statement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Why ABLE is needed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2/12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D45"/>
                </a:solidFill>
              </a:rPr>
              <a:t>The Gap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12648" y="1444752"/>
            <a:ext cx="5166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B75"/>
                </a:solidFill>
              </a:rPr>
              <a:t>Essential disability support is available, but it is scattered across schemes, offices, websites, NGOs and local networks. ABLE brings it together in one trusted place.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" y="2340864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2340864"/>
            <a:ext cx="73152" cy="1325880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60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Information Fragmentation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3017520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Government schemes, accessibility data and rehabilitation resources are difficult to locate quickly.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370832" y="2340864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2340864"/>
            <a:ext cx="73152" cy="1325880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560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Physical Barriers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3440" y="3017520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PwDs may need verified ramps, entrances, parking and other accessible infrastructure details.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8138160" y="2340864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2340864"/>
            <a:ext cx="73152" cy="1325880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560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Assistance Gap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30768" y="3017520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On-ground help exists in communities, but there is no simple digital dispatch and volunteer flow.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03504" y="4160520"/>
            <a:ext cx="11009376" cy="1005840"/>
          </a:xfrm>
          <a:prstGeom prst="roundRect">
            <a:avLst>
              <a:gd name="adj" fmla="val 5455"/>
            </a:avLst>
          </a:prstGeom>
          <a:solidFill>
            <a:srgbClr val="EAF4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98848"/>
            <a:ext cx="10387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45"/>
                </a:solidFill>
              </a:rPr>
              <a:t>Need: a community-focused digital platform that connects awareness, verified accessibility information, support resources and participation.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907792" y="5577840"/>
            <a:ext cx="1463040" cy="384048"/>
          </a:xfrm>
          <a:prstGeom prst="roundRect">
            <a:avLst>
              <a:gd name="adj" fmla="val 38095"/>
            </a:avLst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80944" y="569671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Awareness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617720" y="5577840"/>
            <a:ext cx="1600200" cy="384048"/>
          </a:xfrm>
          <a:prstGeom prst="roundRect">
            <a:avLst>
              <a:gd name="adj" fmla="val 38095"/>
            </a:avLst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5696712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Accessibility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446520" y="5577840"/>
            <a:ext cx="1234440" cy="384048"/>
          </a:xfrm>
          <a:prstGeom prst="roundRect">
            <a:avLst>
              <a:gd name="adj" fmla="val 38095"/>
            </a:avLst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5696712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Support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909560" y="5577840"/>
            <a:ext cx="1463040" cy="384048"/>
          </a:xfrm>
          <a:prstGeom prst="roundRect">
            <a:avLst>
              <a:gd name="adj" fmla="val 38095"/>
            </a:avLst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82712" y="569671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Inclusion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Proposed Solution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Centralized community ecosystem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3/12</a:t>
            </a:r>
            <a:endParaRPr lang="en-US" sz="850" dirty="0"/>
          </a:p>
        </p:txBody>
      </p:sp>
      <p:pic>
        <p:nvPicPr>
          <p:cNvPr id="8" name="Image 0" descr="/mnt/data/a_clean_vector_3d_ish_flat_illustration_graphic_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1487896"/>
            <a:ext cx="5760720" cy="32421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097280"/>
            <a:ext cx="4800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A33"/>
                </a:solidFill>
              </a:rPr>
              <a:t>ABLE is designed as a single portal where users can learn, discover resources, request help, report barriers and contribute through volunteering.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1993392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1993392"/>
            <a:ext cx="73152" cy="1115568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Learn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32688" y="2670048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Awareness modules and disability etiquette.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246120" y="1993392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993392"/>
            <a:ext cx="73152" cy="1115568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38728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Locate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538728" y="2670048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Accessible facilities and public places.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40080" y="3383280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383280"/>
            <a:ext cx="73152" cy="1115568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2688" y="3602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Request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32688" y="4059936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Assistance flow for community help.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3246120" y="3383280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46120" y="3383280"/>
            <a:ext cx="73152" cy="1115568"/>
          </a:xfrm>
          <a:prstGeom prst="rect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38728" y="3602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Report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3538728" y="4059936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Feedback and barrier reporting.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640080" y="4992624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0F2D45"/>
          </a:solidFill>
          <a:ln w="12700">
            <a:solidFill>
              <a:srgbClr val="0F2D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0120" y="5239512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Core Idea: Technology + verified information + volunteers = inclusive access for daily life.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Project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What the portal aims to achieve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4/12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10835640" cy="786384"/>
          </a:xfrm>
          <a:prstGeom prst="roundRect">
            <a:avLst>
              <a:gd name="adj" fmla="val 9302"/>
            </a:avLst>
          </a:prstGeom>
          <a:solidFill>
            <a:srgbClr val="EAF4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39903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F2D45"/>
                </a:solidFill>
              </a:rPr>
              <a:t>To architect and deploy a centralized digital ecosystem that bridges physical and informational accessibility gaps.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685800" y="2395728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395728"/>
            <a:ext cx="73152" cy="1097280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Bridge accessibility gaps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78408" y="3072384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Connect users with reliable information, support resources and community assistance.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355080" y="2395728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395728"/>
            <a:ext cx="73152" cy="1097280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615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Empower independent access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47688" y="3072384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Help users locate schemes, educational material and verified accessible spaces.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877056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877056"/>
            <a:ext cx="73152" cy="1097280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096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Mobilize local volunteers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78408" y="4553712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Enable NSS/student volunteers and community members to respond to assistance needs.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355080" y="3877056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877056"/>
            <a:ext cx="73152" cy="1097280"/>
          </a:xfrm>
          <a:prstGeom prst="rect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4096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Promote social inclusion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647688" y="4553712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Educate the public and support inclusive participation through awareness campaigns.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2286000" y="572414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A68D"/>
                </a:solidFill>
              </a:rPr>
              <a:t>ABLE focuses on practical, local and action-oriented community engagement.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Target Users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Four user groups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5/12</a:t>
            </a:r>
            <a:endParaRPr lang="en-US" sz="850" dirty="0"/>
          </a:p>
        </p:txBody>
      </p:sp>
      <p:pic>
        <p:nvPicPr>
          <p:cNvPr id="8" name="Image 0" descr="/mnt/data/wide_flat_vector_illustration_on_a_transparent_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8076" y="960120"/>
            <a:ext cx="4256809" cy="23957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" y="361188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3611880"/>
            <a:ext cx="73152" cy="1920240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831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202A33"/>
                </a:solidFill>
              </a:rPr>
              <a:t>Persons with Disabilities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822960" y="4288536"/>
            <a:ext cx="22402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• Locate verified accessible facilities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• Request on-demand assistance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• Access schemes and resources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• Report local barriers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9584" y="361188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9584" y="3611880"/>
            <a:ext cx="73152" cy="1920240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3831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02A33"/>
                </a:solidFill>
              </a:rPr>
              <a:t>Families &amp; Caregivers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3822192" y="4288536"/>
            <a:ext cx="22402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Rehabilitation/support networks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Specialized education resources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Scheme navigation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Community assistance programs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528816" y="361188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28816" y="3611880"/>
            <a:ext cx="73152" cy="1920240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1424" y="3831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02A33"/>
                </a:solidFill>
              </a:rPr>
              <a:t>Volunteers</a:t>
            </a:r>
            <a:endParaRPr lang="en-US" sz="1340" dirty="0"/>
          </a:p>
        </p:txBody>
      </p:sp>
      <p:sp>
        <p:nvSpPr>
          <p:cNvPr id="20" name="Text 17"/>
          <p:cNvSpPr/>
          <p:nvPr/>
        </p:nvSpPr>
        <p:spPr>
          <a:xfrm>
            <a:off x="6821424" y="4288536"/>
            <a:ext cx="18288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Fulfill assistance requests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Support awareness drives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Help users facing barriers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Contribute local skills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9125712" y="361188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25712" y="3611880"/>
            <a:ext cx="73152" cy="1920240"/>
          </a:xfrm>
          <a:prstGeom prst="rect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383133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A33"/>
                </a:solidFill>
              </a:rPr>
              <a:t>General Public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9418320" y="4288536"/>
            <a:ext cx="203911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Learn disability etiquette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Understand access needs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Report issues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E6B75"/>
                </a:solidFill>
              </a:rPr>
              <a:t>• Join inclusion campaigns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Website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8 main sections/pages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6/12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216152"/>
            <a:ext cx="512064" cy="512064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371600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71600" y="1143000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1143000"/>
            <a:ext cx="54864" cy="676656"/>
          </a:xfrm>
          <a:prstGeom prst="rect">
            <a:avLst/>
          </a:prstGeom>
          <a:solidFill>
            <a:srgbClr val="2878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2710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Home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19072" y="1600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Clear introduction and quick access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1216152"/>
            <a:ext cx="512064" cy="512064"/>
          </a:xfrm>
          <a:prstGeom prst="ellipse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7376" y="1371600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95744" y="1143000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95744" y="1143000"/>
            <a:ext cx="54864" cy="676656"/>
          </a:xfrm>
          <a:prstGeom prst="rect">
            <a:avLst/>
          </a:prstGeom>
          <a:solidFill>
            <a:srgbClr val="1238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2710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About Us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43216" y="1600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Purpose, background and mission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203704"/>
            <a:ext cx="512064" cy="512064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2359152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71600" y="2130552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0" y="2130552"/>
            <a:ext cx="54864" cy="676656"/>
          </a:xfrm>
          <a:prstGeom prst="rect">
            <a:avLst/>
          </a:prstGeom>
          <a:solidFill>
            <a:srgbClr val="2878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2258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Disability Awareness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19072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Information across disability categories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64224" y="2203704"/>
            <a:ext cx="512064" cy="512064"/>
          </a:xfrm>
          <a:prstGeom prst="ellipse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37376" y="2359152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95744" y="2130552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95744" y="2130552"/>
            <a:ext cx="54864" cy="676656"/>
          </a:xfrm>
          <a:prstGeom prst="rect">
            <a:avLst/>
          </a:prstGeom>
          <a:solidFill>
            <a:srgbClr val="2BA6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3216" y="2258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Accessibility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43216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Accessible places and facilities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3191256"/>
            <a:ext cx="512064" cy="512064"/>
          </a:xfrm>
          <a:prstGeom prst="ellipse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" y="3346704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371600" y="3118104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71600" y="3118104"/>
            <a:ext cx="54864" cy="676656"/>
          </a:xfrm>
          <a:prstGeom prst="rect">
            <a:avLst/>
          </a:prstGeom>
          <a:solidFill>
            <a:srgbClr val="2BA6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Resources &amp; Schemes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719072" y="35753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Schemes, education and support resources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64224" y="3191256"/>
            <a:ext cx="512064" cy="512064"/>
          </a:xfrm>
          <a:prstGeom prst="ellipse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37376" y="3346704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95744" y="3118104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95744" y="3118104"/>
            <a:ext cx="54864" cy="676656"/>
          </a:xfrm>
          <a:prstGeom prst="rect">
            <a:avLst/>
          </a:prstGeom>
          <a:solidFill>
            <a:srgbClr val="2D9D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216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Assistance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43216" y="35753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Request help from the community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178808"/>
            <a:ext cx="512064" cy="512064"/>
          </a:xfrm>
          <a:prstGeom prst="ellipse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13232" y="4334256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07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371600" y="4105656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371600" y="4105656"/>
            <a:ext cx="54864" cy="676656"/>
          </a:xfrm>
          <a:prstGeom prst="rect">
            <a:avLst/>
          </a:prstGeom>
          <a:solidFill>
            <a:srgbClr val="2D9D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19072" y="4233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Volunteer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719072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Register and contribute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64224" y="4178808"/>
            <a:ext cx="512064" cy="512064"/>
          </a:xfrm>
          <a:prstGeom prst="ellipse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37376" y="4334256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08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95744" y="4105656"/>
            <a:ext cx="4617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095744" y="4105656"/>
            <a:ext cx="54864" cy="676656"/>
          </a:xfrm>
          <a:prstGeom prst="rect">
            <a:avLst/>
          </a:prstGeom>
          <a:solidFill>
            <a:srgbClr val="1238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43216" y="4233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A33"/>
                </a:solidFill>
              </a:rPr>
              <a:t>Report / Feedback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443216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Report issues and share feedback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94560" y="5577840"/>
            <a:ext cx="7772400" cy="530352"/>
          </a:xfrm>
          <a:prstGeom prst="roundRect">
            <a:avLst>
              <a:gd name="adj" fmla="val 27586"/>
            </a:avLst>
          </a:prstGeom>
          <a:solidFill>
            <a:srgbClr val="EAF4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0" y="5769864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D45"/>
                </a:solidFill>
              </a:rPr>
              <a:t>Simple navigation ensures every user reaches important services quickly.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Key Website Features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What users can 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7/12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11556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115568"/>
            <a:ext cx="73152" cy="1042416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350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Home Page &amp; Navigation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179222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Home | About | Awareness | Accessibility | Resources | Assistance | Volunteer | Report, with a prominent “Get Assistance” action.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36792" y="111556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115568"/>
            <a:ext cx="73152" cy="1042416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3350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Quick Access Cards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179222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Four high-priority actions: Accessibility, Resources, Get Assistance and Become a Volunteer.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53288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532888"/>
            <a:ext cx="73152" cy="1042416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7523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Disability Awareness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" y="320954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Simple cards explaining physical, visual, hearing and intellectual disabilities with etiquette guidelines.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36792" y="253288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2532888"/>
            <a:ext cx="73152" cy="1042416"/>
          </a:xfrm>
          <a:prstGeom prst="rect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7523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Accessibility Around You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29400" y="320954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Information about ramps, accessible entrances, designated parking and other verified access features.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959352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959352"/>
            <a:ext cx="73152" cy="1042416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178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Assistance Request Flow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2688" y="4636008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Users can request local support, while volunteers can accept and fulfill assistance requests.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36792" y="3959352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959352"/>
            <a:ext cx="73152" cy="1042416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178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Report &amp; Feedback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629400" y="4636008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</a:rPr>
              <a:t>Users and the public can report barriers and provide feedback for continuous improvement.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37360" y="57150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A68D"/>
                </a:solidFill>
              </a:rPr>
              <a:t>The portal is designed to move users from information → action → community support.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User Journey &amp;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From need to support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8/12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65960" y="3044952"/>
            <a:ext cx="804672" cy="0"/>
          </a:xfrm>
          <a:prstGeom prst="line">
            <a:avLst/>
          </a:prstGeom>
          <a:noFill/>
          <a:ln w="25400">
            <a:solidFill>
              <a:srgbClr val="2BA68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33088" y="3044952"/>
            <a:ext cx="804672" cy="0"/>
          </a:xfrm>
          <a:prstGeom prst="line">
            <a:avLst/>
          </a:prstGeom>
          <a:noFill/>
          <a:ln w="25400">
            <a:solidFill>
              <a:srgbClr val="2BA68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91072" y="3044952"/>
            <a:ext cx="804672" cy="0"/>
          </a:xfrm>
          <a:prstGeom prst="line">
            <a:avLst/>
          </a:prstGeom>
          <a:noFill/>
          <a:ln w="25400">
            <a:solidFill>
              <a:srgbClr val="2BA68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49056" y="3044952"/>
            <a:ext cx="804672" cy="0"/>
          </a:xfrm>
          <a:prstGeom prst="line">
            <a:avLst/>
          </a:prstGeom>
          <a:noFill/>
          <a:ln w="25400">
            <a:solidFill>
              <a:srgbClr val="2BA68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" y="2011680"/>
            <a:ext cx="1353312" cy="1353312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" y="370332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33"/>
                </a:solidFill>
              </a:rPr>
              <a:t>User Need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274320" y="41148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E6B75"/>
                </a:solidFill>
              </a:rPr>
              <a:t>Awareness, resource search, barrier report or assistance request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2779776" y="2011680"/>
            <a:ext cx="1353312" cy="1353312"/>
          </a:xfrm>
          <a:prstGeom prst="ellipse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9544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96896" y="370332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33"/>
                </a:solidFill>
              </a:rPr>
              <a:t>ABLE Portal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2432304" y="41148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E6B75"/>
                </a:solidFill>
              </a:rPr>
              <a:t>Guides user to the correct module with quick actions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1353312" cy="1353312"/>
          </a:xfrm>
          <a:prstGeom prst="ellipse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67528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70332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33"/>
                </a:solidFill>
              </a:rPr>
              <a:t>Verification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90288" y="41148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E6B75"/>
                </a:solidFill>
              </a:rPr>
              <a:t>Admin/volunteer reviews information and request context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095744" y="2011680"/>
            <a:ext cx="1353312" cy="1353312"/>
          </a:xfrm>
          <a:prstGeom prst="ellipse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25512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12864" y="370332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33"/>
                </a:solidFill>
              </a:rPr>
              <a:t>Dispatch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748272" y="41148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E6B75"/>
                </a:solidFill>
              </a:rPr>
              <a:t>Registered volunteers coordinate on-ground support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253728" y="2011680"/>
            <a:ext cx="1353312" cy="135331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83496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70848" y="370332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33"/>
                </a:solidFill>
              </a:rPr>
              <a:t>Impact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906256" y="41148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E6B75"/>
                </a:solidFill>
              </a:rPr>
              <a:t>Barrier reported, assistance delivered and awareness improved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1143000" y="5468112"/>
            <a:ext cx="9921240" cy="530352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7320" y="5650992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F2D45"/>
                </a:solidFill>
              </a:rPr>
              <a:t>Every workflow is designed to convert a social accessibility need into a trackable, community-supported action.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Technical Infrastructure &amp; Resources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Zero-budget open-source plan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9/12</a:t>
            </a:r>
            <a:endParaRPr lang="en-US" sz="850" dirty="0"/>
          </a:p>
        </p:txBody>
      </p:sp>
      <p:pic>
        <p:nvPicPr>
          <p:cNvPr id="8" name="Image 0" descr="/mnt/data/wide_clean_vector_flat_gradient_infographic_il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440497"/>
            <a:ext cx="5522976" cy="31083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78C8"/>
                </a:solidFill>
              </a:rPr>
              <a:t>Technical Stack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1353312"/>
            <a:ext cx="2468880" cy="0"/>
          </a:xfrm>
          <a:prstGeom prst="line">
            <a:avLst/>
          </a:prstGeom>
          <a:noFill/>
          <a:ln w="15240">
            <a:solidFill>
              <a:srgbClr val="2878C8">
                <a:alpha val="9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554480"/>
            <a:ext cx="49194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554480"/>
            <a:ext cx="73152" cy="868680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1773936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Open-source Web Technologies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50976" y="2231136"/>
            <a:ext cx="441655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B75"/>
                </a:solidFill>
              </a:rPr>
              <a:t>HTML5, CSS3 and JavaScript for development, designed to run on free institutional/open-source hosting.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658368" y="2679192"/>
            <a:ext cx="49194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" y="2679192"/>
            <a:ext cx="73152" cy="868680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2898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Data &amp; Field Tools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50976" y="3355848"/>
            <a:ext cx="441655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B75"/>
                </a:solidFill>
              </a:rPr>
              <a:t>Official circulars, UDID/DEPwD resources and standardized accessibility survey checklists.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658368" y="3803904"/>
            <a:ext cx="49194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3803904"/>
            <a:ext cx="73152" cy="868680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402336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Administrative Clearances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950976" y="4480560"/>
            <a:ext cx="441655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B75"/>
                </a:solidFill>
              </a:rPr>
              <a:t>College permission letters for authorised surveys in nearby transit and public spaces.</a:t>
            </a:r>
            <a:endParaRPr lang="en-US" sz="1010" dirty="0"/>
          </a:p>
        </p:txBody>
      </p:sp>
      <p:sp>
        <p:nvSpPr>
          <p:cNvPr id="23" name="Shape 20"/>
          <p:cNvSpPr/>
          <p:nvPr/>
        </p:nvSpPr>
        <p:spPr>
          <a:xfrm>
            <a:off x="658368" y="5157216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0F2D45"/>
          </a:solidFill>
          <a:ln w="12700">
            <a:solidFill>
              <a:srgbClr val="0F2D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539496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Budget Approach: lightweight web application + free tools + student volunteer network.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Stakeholders &amp; Community Engagement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Who makes ABLE effective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10/12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106070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02A33"/>
                </a:solidFill>
              </a:rPr>
              <a:t>ABLE is not only a website — it is a coordinated community engagement model linking institutions, verified sources and volunteers.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044952" y="3310128"/>
            <a:ext cx="1828800" cy="0"/>
          </a:xfrm>
          <a:prstGeom prst="line">
            <a:avLst/>
          </a:prstGeom>
          <a:noFill/>
          <a:ln w="25400">
            <a:solidFill>
              <a:srgbClr val="2BA6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0" y="3310128"/>
            <a:ext cx="1828800" cy="0"/>
          </a:xfrm>
          <a:prstGeom prst="line">
            <a:avLst/>
          </a:prstGeom>
          <a:noFill/>
          <a:ln w="25400">
            <a:solidFill>
              <a:srgbClr val="2BA6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468880"/>
            <a:ext cx="0" cy="384048"/>
          </a:xfrm>
          <a:prstGeom prst="line">
            <a:avLst/>
          </a:prstGeom>
          <a:noFill/>
          <a:ln w="21590">
            <a:solidFill>
              <a:srgbClr val="2878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3931920"/>
            <a:ext cx="0" cy="457200"/>
          </a:xfrm>
          <a:prstGeom prst="line">
            <a:avLst/>
          </a:prstGeom>
          <a:noFill/>
          <a:ln w="21590">
            <a:solidFill>
              <a:srgbClr val="2878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27432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743200"/>
            <a:ext cx="73152" cy="1143000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9626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2A33"/>
                </a:solidFill>
              </a:rPr>
              <a:t>Stakeholder Partners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50976" y="3419856"/>
            <a:ext cx="18745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5"/>
                </a:solidFill>
              </a:rPr>
              <a:t>PMC Social Welfare Department, NGOs and special educators validate schemes and content.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892040" y="1444752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444752"/>
            <a:ext cx="73152" cy="1143000"/>
          </a:xfrm>
          <a:prstGeom prst="rect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166420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2A33"/>
                </a:solidFill>
              </a:rPr>
              <a:t>College Support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184648" y="2121408"/>
            <a:ext cx="18562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5"/>
                </a:solidFill>
              </a:rPr>
              <a:t>Permissions and mentoring for authorised accessibility surveys and community work.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92040" y="2907792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907792"/>
            <a:ext cx="73152" cy="1143000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312724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2A33"/>
                </a:solidFill>
              </a:rPr>
              <a:t>ABLE Portal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184648" y="3584448"/>
            <a:ext cx="18562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5"/>
                </a:solidFill>
              </a:rPr>
              <a:t>Central platform for mapping, awareness, assistance and reports.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892040" y="4443984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4443984"/>
            <a:ext cx="73152" cy="1143000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46634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2A33"/>
                </a:solidFill>
              </a:rPr>
              <a:t>NSS / Volunteers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184648" y="5120640"/>
            <a:ext cx="18562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5"/>
                </a:solidFill>
              </a:rPr>
              <a:t>Student volunteers provide on-ground assistance and audit support.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9144000" y="2743200"/>
            <a:ext cx="23957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0" y="2743200"/>
            <a:ext cx="73152" cy="114300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6608" y="296265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2A33"/>
                </a:solidFill>
              </a:rPr>
              <a:t>Community Users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9436608" y="3419856"/>
            <a:ext cx="189280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B75"/>
                </a:solidFill>
              </a:rPr>
              <a:t>PwDs, caregivers and public use, report, request and improve local accessibility.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1463040" y="580644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A68D"/>
                </a:solidFill>
              </a:rPr>
              <a:t>Partnerships keep content verified. Volunteers convert requests into real-world support.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D45"/>
          </a:solidFill>
          <a:ln w="12700">
            <a:solidFill>
              <a:srgbClr val="0F2D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B8C5D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Expected Outcomes &amp; Impact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81160" y="237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E5F2"/>
                </a:solidFill>
              </a:rPr>
              <a:t>Building inclusion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0" y="6510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B75"/>
                </a:solidFill>
              </a:rPr>
              <a:t>ABLE – Awareness &amp; Assistance Portal   •   11/12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005840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2700">
            <a:solidFill>
              <a:srgbClr val="D7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280160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45"/>
                </a:solidFill>
              </a:rPr>
              <a:t>ABLE helps transform fragmented support into simple, visible and actionable community access.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12848"/>
            <a:ext cx="73152" cy="960120"/>
          </a:xfrm>
          <a:prstGeom prst="rect">
            <a:avLst/>
          </a:prstGeom>
          <a:solidFill>
            <a:srgbClr val="2878C8"/>
          </a:solidFill>
          <a:ln w="12700">
            <a:solidFill>
              <a:srgbClr val="2878C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432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Reliable accessibility directory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24128" y="2889504"/>
            <a:ext cx="45720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Crowdsourced and verified public infrastructure details reduce physical barriers.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212848"/>
            <a:ext cx="73152" cy="960120"/>
          </a:xfrm>
          <a:prstGeom prst="rect">
            <a:avLst/>
          </a:prstGeom>
          <a:solidFill>
            <a:srgbClr val="2BA68D"/>
          </a:solidFill>
          <a:ln w="12700">
            <a:solidFill>
              <a:srgbClr val="2BA68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432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Faster assistance dispatch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47688" y="2889504"/>
            <a:ext cx="45720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Urgent accessibility needs are linked to registered volunteers for on-ground support.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31520" y="354787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547872"/>
            <a:ext cx="73152" cy="960120"/>
          </a:xfrm>
          <a:prstGeom prst="rect">
            <a:avLst/>
          </a:prstGeom>
          <a:solidFill>
            <a:srgbClr val="2D9D68"/>
          </a:solidFill>
          <a:ln w="12700">
            <a:solidFill>
              <a:srgbClr val="2D9D6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Centralized resources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24128" y="4224528"/>
            <a:ext cx="45720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Schemes, education materials and rehabilitation networks become easier to navigate.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355080" y="354787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547872"/>
            <a:ext cx="73152" cy="960120"/>
          </a:xfrm>
          <a:prstGeom prst="rect">
            <a:avLst/>
          </a:prstGeom>
          <a:solidFill>
            <a:srgbClr val="123854"/>
          </a:solidFill>
          <a:ln w="12700">
            <a:solidFill>
              <a:srgbClr val="12385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02A33"/>
                </a:solidFill>
              </a:rPr>
              <a:t>Public inclusion tools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647688" y="4224528"/>
            <a:ext cx="45720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B75"/>
                </a:solidFill>
              </a:rPr>
              <a:t>Awareness education and audit tools help society normalize inclusive behavior.</a:t>
            </a:r>
            <a:endParaRPr lang="en-US" sz="113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011680" y="5001768"/>
          <a:ext cx="813816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417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86384" y="21396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E8EC"/>
                </a:solidFill>
              </a:rPr>
              <a:t>ABLE – Awareness &amp; Assistance Portal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266090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7E5F2"/>
                </a:solidFill>
              </a:rPr>
              <a:t>Awareness • Accessibility • Inclusion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86384" y="333756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173F5F"/>
          </a:solidFill>
          <a:ln w="12700">
            <a:solidFill>
              <a:srgbClr val="2E5B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3529584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E8EC"/>
                </a:solidFill>
              </a:rPr>
              <a:t>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34564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To promote equal opportunities, accessibility and inclusion through information, technology and community participation.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804672" y="5047488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E5F2"/>
                </a:solidFill>
              </a:rPr>
              <a:t>Prepared by: Sanjivani S. Adagale • Vaishnavi S. Angadi • Amol T. Daund • Sarthak B. Gite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541324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7E5F2"/>
                </a:solidFill>
              </a:rPr>
              <a:t>Department of Computer Engineering | Modern College of Engineering, Pune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04672" y="5897880"/>
            <a:ext cx="10561320" cy="0"/>
          </a:xfrm>
          <a:prstGeom prst="line">
            <a:avLst/>
          </a:prstGeom>
          <a:noFill/>
          <a:ln w="12700">
            <a:solidFill>
              <a:srgbClr val="A9E8EC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0688" y="6126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E5F2"/>
                </a:solidFill>
              </a:rPr>
              <a:t>Community Engagement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Modern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ABLE – Awareness &amp; Assistance Portal Final Presentation</dc:title>
  <dc:subject>ABLE – Awareness &amp; Assistance Portal</dc:subject>
  <dc:creator>OpenAI</dc:creator>
  <cp:lastModifiedBy>OpenAI</cp:lastModifiedBy>
  <cp:revision>1</cp:revision>
  <dcterms:created xsi:type="dcterms:W3CDTF">2026-09-13T14:13:47Z</dcterms:created>
  <dcterms:modified xsi:type="dcterms:W3CDTF">2026-09-13T14:13:47Z</dcterms:modified>
</cp:coreProperties>
</file>