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74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75520" y="320040"/>
            <a:ext cx="1828800" cy="1828800"/>
          </a:xfrm>
          <a:prstGeom prst="ellipse">
            <a:avLst/>
          </a:prstGeom>
          <a:solidFill>
            <a:srgbClr val="E7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960120"/>
            <a:ext cx="1051560" cy="1051560"/>
          </a:xfrm>
          <a:prstGeom prst="ellipse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3327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122D48"/>
                </a:solidFill>
              </a:defRPr>
            </a:pPr>
            <a:r>
              <a:t>ABLE</a:t>
            </a:r>
          </a:p>
          <a:p>
            <a:pPr>
              <a:defRPr sz="3000" b="1">
                <a:solidFill>
                  <a:srgbClr val="2370BE"/>
                </a:solidFill>
              </a:defRPr>
            </a:pPr>
            <a:r>
              <a:t>Awareness &amp; Assistance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78892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9191"/>
                </a:solidFill>
              </a:defRPr>
            </a:pPr>
            <a:r>
              <a:t>Awareness  •  Accessibility  •  Inclusion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73152" cy="141732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822191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0"/>
                </a:solidFill>
              </a:defRPr>
            </a:pPr>
            <a:r>
              <a:t>● 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279392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58636E"/>
                </a:solidFill>
              </a:defRPr>
            </a:pPr>
            <a:r>
              <a:t>A community-focused digital platform for disability awareness, accessibility information and assistance.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65760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3657600"/>
            <a:ext cx="73152" cy="1417320"/>
          </a:xfrm>
          <a:prstGeom prst="rect">
            <a:avLst/>
          </a:prstGeom>
          <a:solidFill>
            <a:srgbClr val="3D8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3822191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0"/>
                </a:solidFill>
              </a:defRPr>
            </a:pPr>
            <a:r>
              <a:t>● For whom?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279392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58636E"/>
                </a:solidFill>
              </a:defRPr>
            </a:pPr>
            <a:r>
              <a:t>Persons with disabilities, families and caregivers, volunteers, and the general public.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657600"/>
            <a:ext cx="32918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3657600"/>
            <a:ext cx="73152" cy="1417320"/>
          </a:xfrm>
          <a:prstGeom prst="rect">
            <a:avLst/>
          </a:prstGeom>
          <a:solidFill>
            <a:srgbClr val="25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3822191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0"/>
                </a:solidFill>
              </a:defRPr>
            </a:pPr>
            <a:r>
              <a:t>● Core idea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279392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58636E"/>
                </a:solidFill>
              </a:defRPr>
            </a:pPr>
            <a:r>
              <a:t>Bring useful information, support resources and community participation together in one place.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8636E"/>
                </a:solidFill>
              </a:defRPr>
            </a:pPr>
            <a:r>
              <a:t>ABLE – Awareness &amp; Assistance Portal   •   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10104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1.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BF8"/>
                </a:solidFill>
              </a:defRPr>
            </a:pPr>
            <a:r>
              <a:t>Why ABLE?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53035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73152" cy="1874519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0759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0"/>
                </a:solidFill>
              </a:defRPr>
            </a:pPr>
            <a:r>
              <a:t>! The 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64792"/>
            <a:ext cx="489204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58636E"/>
                </a:solidFill>
              </a:defRPr>
            </a:pPr>
            <a:r>
              <a:t>People may need disability awareness, accessibility information, government schemes, educational resources and help — but these resources can be difficult to find in one place.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53035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73152" cy="1874519"/>
          </a:xfrm>
          <a:prstGeom prst="rect">
            <a:avLst/>
          </a:prstGeom>
          <a:solidFill>
            <a:srgbClr val="25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30759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0"/>
                </a:solidFill>
              </a:defRPr>
            </a:pPr>
            <a:r>
              <a:t>✓ Main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64792"/>
            <a:ext cx="489204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58636E"/>
                </a:solidFill>
              </a:defRPr>
            </a:pPr>
            <a:r>
              <a:t>Create a single digital platform where people can learn about disabilities, find accessible resources, seek assistance, and contribute towards an inclusive community.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29000"/>
            <a:ext cx="53035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429000"/>
            <a:ext cx="73152" cy="1078992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59359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0"/>
                </a:solidFill>
              </a:defRPr>
            </a:pPr>
            <a:r>
              <a:t>• Awareness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47750"/>
            <a:ext cx="48920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58636E"/>
                </a:solidFill>
              </a:defRPr>
            </a:pPr>
            <a:r>
              <a:rPr lang="en-US" sz="1350" dirty="0"/>
              <a:t>Driving community inclusion through clear disability awareness and actionable etiquette guidelines.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6217920" y="3429000"/>
            <a:ext cx="53035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429000"/>
            <a:ext cx="73152" cy="1078992"/>
          </a:xfrm>
          <a:prstGeom prst="rect">
            <a:avLst/>
          </a:prstGeom>
          <a:solidFill>
            <a:srgbClr val="25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59359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0"/>
                </a:solidFill>
              </a:defRPr>
            </a:pPr>
            <a:r>
              <a:t>• Accessibility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957122"/>
            <a:ext cx="48920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58636E"/>
                </a:solidFill>
              </a:defRPr>
            </a:pPr>
            <a:r>
              <a:rPr lang="en-US" sz="1350" dirty="0"/>
              <a:t>Providing a trusted directory to easily locate verified accessible facilities and public spaces.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640080" y="4754880"/>
            <a:ext cx="53035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4754880"/>
            <a:ext cx="73152" cy="1078992"/>
          </a:xfrm>
          <a:prstGeom prst="rect">
            <a:avLst/>
          </a:prstGeom>
          <a:solidFill>
            <a:srgbClr val="3D8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9194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0"/>
                </a:solidFill>
              </a:defRPr>
            </a:pPr>
            <a:r>
              <a:t>•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526" y="5344668"/>
            <a:ext cx="489204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58636E"/>
                </a:solidFill>
              </a:defRPr>
            </a:pPr>
            <a:r>
              <a:rPr dirty="0"/>
              <a:t>Assistance, emergency/help resources and community support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754880"/>
            <a:ext cx="5303520" cy="1161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29660" y="4791456"/>
            <a:ext cx="73152" cy="1078992"/>
          </a:xfrm>
          <a:prstGeom prst="rect">
            <a:avLst/>
          </a:prstGeom>
          <a:solidFill>
            <a:srgbClr val="12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49194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0"/>
                </a:solidFill>
              </a:defRPr>
            </a:pPr>
            <a:r>
              <a:t>• Participation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344668"/>
            <a:ext cx="48920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58636E"/>
                </a:solidFill>
              </a:defRPr>
            </a:pPr>
            <a:r>
              <a:rPr lang="en-US" sz="1350" dirty="0" smtClean="0"/>
              <a:t>Mobilizing </a:t>
            </a:r>
            <a:r>
              <a:rPr lang="en-US" sz="1350" dirty="0"/>
              <a:t>local volunteers to actively fulfill on-the-ground accessibility requests and audit public spaces.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8636E"/>
                </a:solidFill>
              </a:defRPr>
            </a:pPr>
            <a:r>
              <a:t>ABLE – Awareness &amp; Assistance Portal   •  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2. Target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BF8"/>
                </a:solidFill>
              </a:defRPr>
            </a:pPr>
            <a:r>
              <a:t>Four user groups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4406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261872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70BE"/>
                </a:solidFill>
              </a:defRPr>
            </a:pPr>
            <a:r>
              <a:t>Persons with Disabilities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691640"/>
            <a:ext cx="4892040" cy="120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232A30"/>
                </a:solidFill>
              </a:defRPr>
            </a:pPr>
            <a:r>
              <a:rPr dirty="0"/>
              <a:t>• </a:t>
            </a:r>
            <a:r>
              <a:rPr lang="en-IN" sz="1250" dirty="0"/>
              <a:t>Locate verified accessible facilities and </a:t>
            </a:r>
            <a:r>
              <a:rPr lang="en-IN" sz="1250" dirty="0" smtClean="0"/>
              <a:t>infrastructure</a:t>
            </a:r>
          </a:p>
          <a:p>
            <a:pPr>
              <a:spcAft>
                <a:spcPts val="900"/>
              </a:spcAft>
              <a:defRPr sz="1250">
                <a:solidFill>
                  <a:srgbClr val="232A30"/>
                </a:solidFill>
              </a:defRPr>
            </a:pPr>
            <a:r>
              <a:rPr dirty="0" smtClean="0"/>
              <a:t>• </a:t>
            </a:r>
            <a:r>
              <a:rPr lang="en-US" sz="1250" dirty="0"/>
              <a:t>Request immediate on-demand community </a:t>
            </a:r>
            <a:r>
              <a:rPr lang="en-US" sz="1250" dirty="0" smtClean="0"/>
              <a:t>assistance</a:t>
            </a:r>
          </a:p>
          <a:p>
            <a:pPr>
              <a:spcAft>
                <a:spcPts val="900"/>
              </a:spcAft>
              <a:defRPr sz="1250">
                <a:solidFill>
                  <a:srgbClr val="232A30"/>
                </a:solidFill>
              </a:defRPr>
            </a:pPr>
            <a:r>
              <a:rPr dirty="0" smtClean="0"/>
              <a:t>• </a:t>
            </a:r>
            <a:r>
              <a:rPr lang="en-US" sz="1250" dirty="0"/>
              <a:t>Access consolidated government schemes and </a:t>
            </a:r>
            <a:r>
              <a:rPr lang="en-US" sz="1250" dirty="0" smtClean="0"/>
              <a:t>resources</a:t>
            </a:r>
          </a:p>
          <a:p>
            <a:pPr>
              <a:spcAft>
                <a:spcPts val="900"/>
              </a:spcAft>
              <a:defRPr sz="1250">
                <a:solidFill>
                  <a:srgbClr val="232A30"/>
                </a:solidFill>
              </a:defRPr>
            </a:pPr>
            <a:r>
              <a:rPr dirty="0" smtClean="0"/>
              <a:t>• </a:t>
            </a:r>
            <a:r>
              <a:rPr lang="en-US" sz="1250" dirty="0"/>
              <a:t>Report local accessibility barriers directly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172200" y="1097280"/>
            <a:ext cx="54406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261872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9191"/>
                </a:solidFill>
              </a:defRPr>
            </a:pPr>
            <a:r>
              <a:t>Families &amp; Caregivers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691640"/>
            <a:ext cx="4892040" cy="120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232A30"/>
                </a:solidFill>
              </a:defRPr>
            </a:pPr>
            <a:r>
              <a:rPr dirty="0"/>
              <a:t>• </a:t>
            </a:r>
            <a:r>
              <a:rPr lang="en-US" sz="1250" dirty="0"/>
              <a:t>Access targeted rehabilitation and support </a:t>
            </a:r>
            <a:r>
              <a:rPr lang="en-US" sz="1250" dirty="0" smtClean="0"/>
              <a:t>networks</a:t>
            </a:r>
          </a:p>
          <a:p>
            <a:pPr>
              <a:spcAft>
                <a:spcPts val="900"/>
              </a:spcAft>
              <a:defRPr sz="1250">
                <a:solidFill>
                  <a:srgbClr val="232A30"/>
                </a:solidFill>
              </a:defRPr>
            </a:pPr>
            <a:r>
              <a:rPr dirty="0" smtClean="0"/>
              <a:t>• </a:t>
            </a:r>
            <a:r>
              <a:rPr lang="en-US" sz="1250" dirty="0"/>
              <a:t>Navigate complex government schemes </a:t>
            </a:r>
            <a:r>
              <a:rPr lang="en-US" sz="1250" dirty="0" smtClean="0"/>
              <a:t>easily</a:t>
            </a:r>
          </a:p>
          <a:p>
            <a:pPr>
              <a:spcAft>
                <a:spcPts val="900"/>
              </a:spcAft>
              <a:defRPr sz="1250">
                <a:solidFill>
                  <a:srgbClr val="232A30"/>
                </a:solidFill>
              </a:defRPr>
            </a:pPr>
            <a:r>
              <a:rPr dirty="0" smtClean="0"/>
              <a:t>•</a:t>
            </a:r>
            <a:r>
              <a:rPr lang="en-US" sz="1250" dirty="0"/>
              <a:t>Find specialized educational and caregiving </a:t>
            </a:r>
            <a:r>
              <a:rPr lang="en-US" sz="1250" dirty="0" smtClean="0"/>
              <a:t>resources</a:t>
            </a:r>
          </a:p>
          <a:p>
            <a:pPr>
              <a:spcAft>
                <a:spcPts val="900"/>
              </a:spcAft>
              <a:defRPr sz="1250">
                <a:solidFill>
                  <a:srgbClr val="232A30"/>
                </a:solidFill>
              </a:defRPr>
            </a:pPr>
            <a:r>
              <a:rPr dirty="0" smtClean="0"/>
              <a:t>• </a:t>
            </a:r>
            <a:r>
              <a:rPr lang="en-US" sz="1250" dirty="0"/>
              <a:t>Connect with local community assistance programs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548640" y="3703320"/>
            <a:ext cx="54406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867911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D8B5D"/>
                </a:solidFill>
              </a:defRPr>
            </a:pPr>
            <a:r>
              <a:t>Volunteers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297680"/>
            <a:ext cx="4892040" cy="120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232A30"/>
                </a:solidFill>
              </a:defRPr>
            </a:pPr>
            <a:r>
              <a:rPr dirty="0"/>
              <a:t>• </a:t>
            </a:r>
            <a:r>
              <a:rPr lang="en-US" sz="1250" dirty="0"/>
              <a:t>Fulfill immediate on-the-ground assistance </a:t>
            </a:r>
            <a:r>
              <a:rPr lang="en-US" sz="1250" dirty="0" smtClean="0"/>
              <a:t>requests</a:t>
            </a:r>
          </a:p>
          <a:p>
            <a:pPr>
              <a:spcAft>
                <a:spcPts val="900"/>
              </a:spcAft>
              <a:defRPr sz="1250">
                <a:solidFill>
                  <a:srgbClr val="232A30"/>
                </a:solidFill>
              </a:defRPr>
            </a:pPr>
            <a:r>
              <a:rPr dirty="0" smtClean="0"/>
              <a:t>• </a:t>
            </a:r>
            <a:r>
              <a:rPr lang="en-US" sz="1250" dirty="0"/>
              <a:t>Drive local disability awareness </a:t>
            </a:r>
            <a:r>
              <a:rPr lang="en-US" sz="1250" dirty="0" smtClean="0"/>
              <a:t>campaigns</a:t>
            </a:r>
          </a:p>
          <a:p>
            <a:pPr>
              <a:spcAft>
                <a:spcPts val="900"/>
              </a:spcAft>
              <a:defRPr sz="1250">
                <a:solidFill>
                  <a:srgbClr val="232A30"/>
                </a:solidFill>
              </a:defRPr>
            </a:pPr>
            <a:r>
              <a:rPr dirty="0" smtClean="0"/>
              <a:t>• </a:t>
            </a:r>
            <a:r>
              <a:rPr lang="en-US" sz="1250" dirty="0"/>
              <a:t>Support individuals navigating physical </a:t>
            </a:r>
            <a:r>
              <a:rPr lang="en-US" sz="1250" dirty="0" smtClean="0"/>
              <a:t>barriers</a:t>
            </a:r>
          </a:p>
          <a:p>
            <a:pPr>
              <a:spcAft>
                <a:spcPts val="900"/>
              </a:spcAft>
              <a:defRPr sz="1250">
                <a:solidFill>
                  <a:srgbClr val="232A30"/>
                </a:solidFill>
              </a:defRPr>
            </a:pPr>
            <a:r>
              <a:rPr dirty="0" smtClean="0"/>
              <a:t>• </a:t>
            </a:r>
            <a:r>
              <a:rPr lang="en-US" sz="1250" dirty="0"/>
              <a:t>Contribute skills to community inclusion initiatives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6172200" y="3703320"/>
            <a:ext cx="54406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867911"/>
            <a:ext cx="4937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D48"/>
                </a:solidFill>
              </a:defRPr>
            </a:pPr>
            <a:r>
              <a:t>General Public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4297680"/>
            <a:ext cx="4892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232A30"/>
                </a:solidFill>
              </a:defRPr>
            </a:pPr>
            <a:r>
              <a:t>• Learn disability etiquette</a:t>
            </a:r>
          </a:p>
          <a:p>
            <a:pPr>
              <a:spcAft>
                <a:spcPts val="900"/>
              </a:spcAft>
              <a:defRPr sz="1250">
                <a:solidFill>
                  <a:srgbClr val="232A30"/>
                </a:solidFill>
              </a:defRPr>
            </a:pPr>
            <a:r>
              <a:t>• Understand accessibility needs</a:t>
            </a:r>
          </a:p>
          <a:p>
            <a:pPr>
              <a:spcAft>
                <a:spcPts val="900"/>
              </a:spcAft>
              <a:defRPr sz="1250">
                <a:solidFill>
                  <a:srgbClr val="232A30"/>
                </a:solidFill>
              </a:defRPr>
            </a:pPr>
            <a:r>
              <a:t>• Report accessibility issues</a:t>
            </a:r>
          </a:p>
          <a:p>
            <a:pPr>
              <a:spcAft>
                <a:spcPts val="900"/>
              </a:spcAft>
              <a:defRPr sz="1250">
                <a:solidFill>
                  <a:srgbClr val="232A30"/>
                </a:solidFill>
              </a:defRPr>
            </a:pPr>
            <a:r>
              <a:t>• Participate in inclusion campaigns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8636E"/>
                </a:solidFill>
              </a:defRPr>
            </a:pPr>
            <a:r>
              <a:t>ABLE – Awareness &amp; Assistance Portal   •  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-7696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3. Website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BF8"/>
                </a:solidFill>
              </a:defRPr>
            </a:pPr>
            <a:r>
              <a:t>8 main sections/pages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1176189"/>
            <a:ext cx="566928" cy="566928"/>
          </a:xfrm>
          <a:prstGeom prst="ellipse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344168" y="1051560"/>
            <a:ext cx="46634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44168" y="1051560"/>
            <a:ext cx="45719" cy="68580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27632" y="1065276"/>
            <a:ext cx="42519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0"/>
                </a:solidFill>
              </a:defRPr>
            </a:pPr>
            <a:r>
              <a:rPr dirty="0"/>
              <a:t>Home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412748"/>
            <a:ext cx="425195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58636E"/>
                </a:solidFill>
              </a:defRPr>
            </a:pPr>
            <a:r>
              <a:rPr dirty="0"/>
              <a:t>Clear introduction and quick access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1129961"/>
            <a:ext cx="566928" cy="566928"/>
          </a:xfrm>
          <a:prstGeom prst="ellipse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94360" y="2140881"/>
            <a:ext cx="566928" cy="566928"/>
          </a:xfrm>
          <a:prstGeom prst="ellipse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263640" y="2139358"/>
            <a:ext cx="566928" cy="566928"/>
          </a:xfrm>
          <a:prstGeom prst="ellipse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94360" y="3114435"/>
            <a:ext cx="566928" cy="566928"/>
          </a:xfrm>
          <a:prstGeom prst="ellipse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3685032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05</a:t>
            </a:r>
          </a:p>
        </p:txBody>
      </p:sp>
      <p:sp>
        <p:nvSpPr>
          <p:cNvPr id="36" name="Oval 35"/>
          <p:cNvSpPr/>
          <p:nvPr/>
        </p:nvSpPr>
        <p:spPr>
          <a:xfrm>
            <a:off x="6263640" y="3123071"/>
            <a:ext cx="566928" cy="566928"/>
          </a:xfrm>
          <a:prstGeom prst="ellipse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17920" y="3685032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rPr dirty="0"/>
              <a:t>06</a:t>
            </a:r>
          </a:p>
        </p:txBody>
      </p:sp>
      <p:sp>
        <p:nvSpPr>
          <p:cNvPr id="42" name="Oval 41"/>
          <p:cNvSpPr/>
          <p:nvPr/>
        </p:nvSpPr>
        <p:spPr>
          <a:xfrm>
            <a:off x="594360" y="4028835"/>
            <a:ext cx="566928" cy="566928"/>
          </a:xfrm>
          <a:prstGeom prst="ellipse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263281" y="4030754"/>
            <a:ext cx="566928" cy="566928"/>
          </a:xfrm>
          <a:prstGeom prst="ellipse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8636E"/>
                </a:solidFill>
              </a:defRPr>
            </a:pPr>
            <a:r>
              <a:t>ABLE – Awareness &amp; Assistance Portal   •   4/6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367027" y="2043684"/>
            <a:ext cx="46634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30568" y="2084832"/>
            <a:ext cx="42519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0"/>
                </a:solidFill>
              </a:defRPr>
            </a:pPr>
            <a:r>
              <a:rPr dirty="0"/>
              <a:t>Disability Awareness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30568" y="2409049"/>
            <a:ext cx="425195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58636E"/>
                </a:solidFill>
              </a:defRPr>
            </a:pPr>
            <a:r>
              <a:rPr dirty="0"/>
              <a:t>Information across disability categories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344168" y="3010860"/>
            <a:ext cx="46634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630568" y="3043823"/>
            <a:ext cx="42519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0"/>
                </a:solidFill>
              </a:defRPr>
            </a:pPr>
            <a:r>
              <a:rPr dirty="0"/>
              <a:t>Resources &amp; Schemes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27631" y="3375575"/>
            <a:ext cx="425195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58636E"/>
                </a:solidFill>
              </a:defRPr>
            </a:pPr>
            <a:r>
              <a:rPr dirty="0"/>
              <a:t>Schemes, education and support resources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353950" y="3978036"/>
            <a:ext cx="46634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630568" y="3984498"/>
            <a:ext cx="42519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0"/>
                </a:solidFill>
              </a:defRPr>
            </a:pPr>
            <a:r>
              <a:rPr dirty="0"/>
              <a:t>Volunteer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30568" y="4335723"/>
            <a:ext cx="425195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58636E"/>
                </a:solidFill>
              </a:defRPr>
            </a:pPr>
            <a:r>
              <a:rPr dirty="0"/>
              <a:t>Register and contribute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54740" y="2043036"/>
            <a:ext cx="45719" cy="68580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348740" y="3009140"/>
            <a:ext cx="45719" cy="68580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7004304" y="1057317"/>
            <a:ext cx="46634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338958" y="3990171"/>
            <a:ext cx="45719" cy="68580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51776" y="1033836"/>
            <a:ext cx="42519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0"/>
                </a:solidFill>
              </a:defRPr>
            </a:pPr>
            <a:r>
              <a:rPr dirty="0"/>
              <a:t>About 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1776" y="1418957"/>
            <a:ext cx="425195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58636E"/>
                </a:solidFill>
              </a:defRPr>
            </a:pPr>
            <a:r>
              <a:rPr dirty="0"/>
              <a:t>Purpose, background and mission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004304" y="2037927"/>
            <a:ext cx="46634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7004304" y="3016164"/>
            <a:ext cx="46634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7004304" y="3959352"/>
            <a:ext cx="466344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50350" y="2052828"/>
            <a:ext cx="42519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0"/>
                </a:solidFill>
              </a:defRPr>
            </a:pPr>
            <a:r>
              <a:rPr dirty="0"/>
              <a:t>Accessibility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0349" y="2406542"/>
            <a:ext cx="4251959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58636E"/>
                </a:solidFill>
              </a:defRPr>
            </a:pPr>
            <a:r>
              <a:rPr dirty="0" smtClean="0"/>
              <a:t>Accessible places and facilities</a:t>
            </a:r>
            <a:endParaRPr dirty="0"/>
          </a:p>
        </p:txBody>
      </p:sp>
      <p:sp>
        <p:nvSpPr>
          <p:cNvPr id="40" name="TextBox 39"/>
          <p:cNvSpPr txBox="1"/>
          <p:nvPr/>
        </p:nvSpPr>
        <p:spPr>
          <a:xfrm>
            <a:off x="7350348" y="3043823"/>
            <a:ext cx="42519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0"/>
                </a:solidFill>
              </a:defRPr>
            </a:pPr>
            <a:r>
              <a:rPr dirty="0"/>
              <a:t>Assistance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50347" y="3390928"/>
            <a:ext cx="425195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58636E"/>
                </a:solidFill>
              </a:defRPr>
            </a:pPr>
            <a:r>
              <a:rPr dirty="0"/>
              <a:t>Request help from the community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50346" y="3973068"/>
            <a:ext cx="42519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0"/>
                </a:solidFill>
              </a:defRPr>
            </a:pPr>
            <a:r>
              <a:rPr dirty="0"/>
              <a:t>Report / Feedback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50345" y="4335723"/>
            <a:ext cx="425195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58636E"/>
                </a:solidFill>
              </a:defRPr>
            </a:pPr>
            <a:r>
              <a:rPr dirty="0"/>
              <a:t>Report issues and share feedback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9432" y="129120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01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62469" y="221106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03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89355" y="322186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05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63675" y="411758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07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355080" y="12407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02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355080" y="22325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04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337393" y="322884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06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353716" y="412673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08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4. Key Website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BF8"/>
                </a:solidFill>
              </a:defRPr>
            </a:pPr>
            <a:r>
              <a:t>What users can 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53492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73152" cy="1965960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26187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0"/>
                </a:solidFill>
              </a:defRPr>
            </a:pPr>
            <a:r>
              <a:t>⌂ Home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493775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58636E"/>
                </a:solidFill>
              </a:defRPr>
            </a:pPr>
            <a:r>
              <a:t>Navigation: Home | About | Awareness | Accessibility | Resources | Assistance | Volunteer | Report. Include a prominent “Get Assistance” button and a clear hero message.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97280"/>
            <a:ext cx="53492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73152" cy="1965960"/>
          </a:xfrm>
          <a:prstGeom prst="rect">
            <a:avLst/>
          </a:prstGeom>
          <a:solidFill>
            <a:srgbClr val="25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26187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0"/>
                </a:solidFill>
              </a:defRPr>
            </a:pPr>
            <a:r>
              <a:t>▣ Quick Access Cards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19072"/>
            <a:ext cx="493775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58636E"/>
                </a:solidFill>
              </a:defRPr>
            </a:pPr>
            <a:r>
              <a:t>Four quick actions: Accessibility, Resources, Get Assistance, and Become a Volunteer — helping users reach important services quickly.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29000"/>
            <a:ext cx="53492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429000"/>
            <a:ext cx="73152" cy="1965960"/>
          </a:xfrm>
          <a:prstGeom prst="rect">
            <a:avLst/>
          </a:prstGeom>
          <a:solidFill>
            <a:srgbClr val="3D8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59359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0"/>
                </a:solidFill>
              </a:defRPr>
            </a:pPr>
            <a:r>
              <a:t>i Disability Awareness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050791"/>
            <a:ext cx="493775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58636E"/>
                </a:solidFill>
              </a:defRPr>
            </a:pPr>
            <a:r>
              <a:t>Use cards for different disability categories, including physical, visual, hearing and intellectual disabilities, with simple explanatory information.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29000"/>
            <a:ext cx="534924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429000"/>
            <a:ext cx="73152" cy="1965960"/>
          </a:xfrm>
          <a:prstGeom prst="rect">
            <a:avLst/>
          </a:prstGeom>
          <a:solidFill>
            <a:srgbClr val="12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59359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0"/>
                </a:solidFill>
              </a:defRPr>
            </a:pPr>
            <a:r>
              <a:t>♿ Accessibility Around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050791"/>
            <a:ext cx="4937759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58636E"/>
                </a:solidFill>
              </a:defRPr>
            </a:pPr>
            <a:r>
              <a:t>Provide information about accessibility features such as designated accessible parking and wheelchair-accessible ramps/entrances.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8636E"/>
                </a:solidFill>
              </a:defRPr>
            </a:pPr>
            <a:r>
              <a:t>ABLE – Awareness &amp; Assistance Portal   •  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2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5. Mission &amp; Expected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64592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DCEBF8"/>
                </a:solidFill>
              </a:defRPr>
            </a:pPr>
            <a:r>
              <a:t>Building inclusion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10927080" cy="1417320"/>
          </a:xfrm>
          <a:prstGeom prst="roundRect">
            <a:avLst/>
          </a:prstGeom>
          <a:solidFill>
            <a:srgbClr val="E7F2FC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298448"/>
            <a:ext cx="9432839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D48"/>
                </a:solidFill>
              </a:defRPr>
            </a:pPr>
            <a:r>
              <a:rPr sz="2000" dirty="0"/>
              <a:t>Our Mission</a:t>
            </a:r>
          </a:p>
          <a:p>
            <a:pPr>
              <a:defRPr sz="1800" b="1">
                <a:solidFill>
                  <a:srgbClr val="232A30"/>
                </a:solidFill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promote equal opportunities, accessibility and inclusion through information, technology and </a:t>
            </a:r>
            <a:endParaRPr lang="en-US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defRPr sz="1800" b="1">
                <a:solidFill>
                  <a:srgbClr val="232A30"/>
                </a:solidFill>
              </a:defRPr>
            </a:pPr>
            <a:r>
              <a:rPr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community 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participation.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53035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880360"/>
            <a:ext cx="73152" cy="1078992"/>
          </a:xfrm>
          <a:prstGeom prst="rect">
            <a:avLst/>
          </a:prstGeom>
          <a:solidFill>
            <a:srgbClr val="23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04495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0"/>
                </a:solidFill>
              </a:defRPr>
            </a:pPr>
            <a:r>
              <a:t>✓ Better awareness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02152"/>
            <a:ext cx="489204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58636E"/>
                </a:solidFill>
              </a:defRPr>
            </a:pPr>
            <a:r>
              <a:t>Helps users understand disabilities and disability etiquette.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880360"/>
            <a:ext cx="53035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2880360"/>
            <a:ext cx="73152" cy="1078992"/>
          </a:xfrm>
          <a:prstGeom prst="rect">
            <a:avLst/>
          </a:prstGeom>
          <a:solidFill>
            <a:srgbClr val="25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04495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0"/>
                </a:solidFill>
              </a:defRPr>
            </a:pPr>
            <a:r>
              <a:t>✓ Easier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502152"/>
            <a:ext cx="489204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58636E"/>
                </a:solidFill>
              </a:defRPr>
            </a:pPr>
            <a:r>
              <a:t>Makes accessibility information and resources easier to find.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06240"/>
            <a:ext cx="53035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4206240"/>
            <a:ext cx="73152" cy="1078992"/>
          </a:xfrm>
          <a:prstGeom prst="rect">
            <a:avLst/>
          </a:prstGeom>
          <a:solidFill>
            <a:srgbClr val="3D8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370831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0"/>
                </a:solidFill>
              </a:defRPr>
            </a:pPr>
            <a:r>
              <a:t>✓ Community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28031"/>
            <a:ext cx="489204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58636E"/>
                </a:solidFill>
              </a:defRPr>
            </a:pPr>
            <a:r>
              <a:t>Connects people with assistance and volunteer opportunities.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206240"/>
            <a:ext cx="53035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4206240"/>
            <a:ext cx="73152" cy="1078992"/>
          </a:xfrm>
          <a:prstGeom prst="rect">
            <a:avLst/>
          </a:prstGeom>
          <a:solidFill>
            <a:srgbClr val="12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4370831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32A30"/>
                </a:solidFill>
              </a:defRPr>
            </a:pPr>
            <a:r>
              <a:t>✓ Inclusive participation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828031"/>
            <a:ext cx="4892040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58636E"/>
                </a:solidFill>
              </a:defRPr>
            </a:pPr>
            <a:r>
              <a:t>Encourages reporting, feedback and inclusion campaigns.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59191"/>
                </a:solidFill>
              </a:defRPr>
            </a:pPr>
            <a:r>
              <a:t>ABLE brings awareness, accessibility, assistance and community participation together on one platform.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8636E"/>
                </a:solidFill>
              </a:defRPr>
            </a:pPr>
            <a:r>
              <a:t>ABLE – Awareness &amp; Assistance Portal   •  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611</Words>
  <Application>Microsoft Office PowerPoint</Application>
  <PresentationFormat>Widescreen</PresentationFormat>
  <Paragraphs>103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ABLE – Awareness &amp; Assistance Portal</dc:title>
  <dc:subject>6-slide project presentation</dc:subject>
  <dc:creator>Prepared from user-provided shared conversation screenshots</dc:creator>
  <cp:keywords/>
  <dc:description>generated using python-pptx</dc:description>
  <cp:lastModifiedBy>comp-sl1-37</cp:lastModifiedBy>
  <cp:revision>7</cp:revision>
  <dcterms:created xsi:type="dcterms:W3CDTF">2013-01-27T09:14:16Z</dcterms:created>
  <dcterms:modified xsi:type="dcterms:W3CDTF">2026-09-08T02:54:47Z</dcterms:modified>
  <cp:category/>
</cp:coreProperties>
</file>